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Constitution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/>
            </a:pPr>
            <a:r>
              <a:t># Indian Constitution</a:t>
            </a:r>
            <a:br/>
            <a:r>
              <a:t>The Constitution of India is the supreme law of India.</a:t>
            </a:r>
            <a:br/>
            <a:r>
              <a:t>## Preamble</a:t>
            </a:r>
            <a:br/>
            <a:r>
              <a:t>We, the people of India, having solemnly resolved...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Constitution Overview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